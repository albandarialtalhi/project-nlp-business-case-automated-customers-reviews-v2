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DM Sans Bold" charset="1" panose="00000000000000000000"/>
      <p:regular r:id="rId23"/>
    </p:embeddedFont>
    <p:embeddedFont>
      <p:font typeface="DM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71132" y="6449964"/>
            <a:ext cx="6983181" cy="669188"/>
            <a:chOff x="0" y="0"/>
            <a:chExt cx="1839192" cy="176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3491698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AMAZON </a:t>
            </a:r>
          </a:p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REVIOWS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5017" y="6562438"/>
            <a:ext cx="6617965" cy="48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BY ALBANDARI ALTALHI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27183" y="296124"/>
            <a:ext cx="10327794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53294" y="1621478"/>
            <a:ext cx="11443595" cy="699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Objectives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Overview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Preprocessing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Review Classification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Clustering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Summarization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&amp; Deployment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Results</a:t>
            </a:r>
          </a:p>
          <a:p>
            <a:pPr algn="l" marL="806157" indent="-403078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b="true" sz="3733" spc="224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 &amp; Conclusion</a:t>
            </a:r>
          </a:p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087261" y="1316352"/>
            <a:ext cx="13607637" cy="7968880"/>
            <a:chOff x="0" y="0"/>
            <a:chExt cx="3583904" cy="209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83904" cy="2098800"/>
            </a:xfrm>
            <a:custGeom>
              <a:avLst/>
              <a:gdLst/>
              <a:ahLst/>
              <a:cxnLst/>
              <a:rect r="r" b="b" t="t" l="l"/>
              <a:pathLst>
                <a:path h="2098800" w="3583904">
                  <a:moveTo>
                    <a:pt x="0" y="0"/>
                  </a:moveTo>
                  <a:lnTo>
                    <a:pt x="3583904" y="0"/>
                  </a:lnTo>
                  <a:lnTo>
                    <a:pt x="3583904" y="2098800"/>
                  </a:lnTo>
                  <a:lnTo>
                    <a:pt x="0" y="2098800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83904" cy="213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5885" y="1635631"/>
            <a:ext cx="8537476" cy="13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-157292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2613" y="3461518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15820" y="4435242"/>
            <a:ext cx="14856359" cy="252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733" spc="22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 project aims to automate the analysis of Amazon product reviews using NLP techniques, enabling companies to better understand customer experiences faster and more accurately.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417" y="1000125"/>
            <a:ext cx="10314858" cy="123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9"/>
              </a:lnSpc>
            </a:pPr>
            <a:r>
              <a:rPr lang="en-US" b="true" sz="793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-157292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978757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0805" y="3351941"/>
            <a:ext cx="14963608" cy="447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Classify reviews as Positive, Negative, or Neutral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Group similar products using clustering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Automatically summarize key strengths and complaints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Build an interactive interface for analysis and presentation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571" y="1343156"/>
            <a:ext cx="8537476" cy="13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978757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0805" y="3351941"/>
            <a:ext cx="14963608" cy="318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Dataset: Amazon Reviews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 customer reviews across va</a:t>
            </a: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rious products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Contains star ratings and review texts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Cleaned and labeled for sentiment analysis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986" y="1114425"/>
            <a:ext cx="9578208" cy="9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b="true" sz="68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1481" y="2719181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03587" y="2848596"/>
            <a:ext cx="14963608" cy="511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Text cleaning: symbols, links, and irrelevant content removed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Tokenization and st</a:t>
            </a: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 word removal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Mapping star ratings to sentiment: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1–2 stars → Negative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 stars → Neutral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4–5 stars → Positive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689" y="1517019"/>
            <a:ext cx="11337164" cy="108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58"/>
              </a:lnSpc>
              <a:spcBef>
                <a:spcPct val="0"/>
              </a:spcBef>
            </a:pPr>
            <a:r>
              <a:rPr lang="en-US" b="true" sz="7689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Review Classification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1481" y="2766806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37516" y="3676281"/>
            <a:ext cx="15621784" cy="254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 used a pre-trained BERT model (bert-base-uncased) and fine-tuned it on our dataset</a:t>
            </a: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to classify customer reviews by sentiment.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1623" y="1123950"/>
            <a:ext cx="13958128" cy="109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5"/>
              </a:lnSpc>
            </a:pPr>
            <a:r>
              <a:rPr lang="en-US" sz="784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 Results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80971" y="2490424"/>
            <a:ext cx="12126058" cy="5963635"/>
          </a:xfrm>
          <a:custGeom>
            <a:avLst/>
            <a:gdLst/>
            <a:ahLst/>
            <a:cxnLst/>
            <a:rect r="r" b="b" t="t" l="l"/>
            <a:pathLst>
              <a:path h="5963635" w="12126058">
                <a:moveTo>
                  <a:pt x="0" y="0"/>
                </a:moveTo>
                <a:lnTo>
                  <a:pt x="12126058" y="0"/>
                </a:lnTo>
                <a:lnTo>
                  <a:pt x="12126058" y="5963635"/>
                </a:lnTo>
                <a:lnTo>
                  <a:pt x="0" y="5963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323" y="1415943"/>
            <a:ext cx="11260088" cy="108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783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CONFUSION MATRIX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205590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1717" y="4003425"/>
            <a:ext cx="15621784" cy="189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 confusion matrix was used to evaluate the model’s performance and understand mis</a:t>
            </a: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classifications between the three sentiment classes.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323" y="1415943"/>
            <a:ext cx="11260088" cy="108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783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SUMMARIZATION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205590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1717" y="3384494"/>
            <a:ext cx="15621784" cy="444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T5 or BART models were used to generate automatic summaries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Extracted highlights per product: best-rated items, common issues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 “Top-rated product...” or “Most mentioned complaint...”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323" y="1415943"/>
            <a:ext cx="11260088" cy="108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783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205590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1717" y="3611023"/>
            <a:ext cx="15621784" cy="444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Built an interactive UI using Gr</a:t>
            </a: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adio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Features: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</a:t>
            </a: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al-time sentiment analysis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Cluster visualization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Summarized insights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b="true" sz="3760" spc="2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Successfully deployed on AWS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323" y="1415943"/>
            <a:ext cx="11260088" cy="108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783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FINAL RESULTS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205590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1717" y="3611023"/>
            <a:ext cx="15621784" cy="316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7"/>
              </a:lnSpc>
            </a:pP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95% classification accuracy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5 distinct product clusters discovered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Summarized thousands of reviews using deep learning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323" y="1415943"/>
            <a:ext cx="11260088" cy="108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783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205590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1717" y="3611023"/>
            <a:ext cx="15621784" cy="380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Imba</a:t>
            </a: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lanced dataset with a majority of positive reviews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Difficulty choosing the best number of clusters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Deployment on AWS involved dependency and environment issues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Slow training due to limited hardware resources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323" y="1415943"/>
            <a:ext cx="11260088" cy="108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783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601584"/>
            <a:chOff x="0" y="0"/>
            <a:chExt cx="4816593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92187"/>
            </a:xfrm>
            <a:custGeom>
              <a:avLst/>
              <a:gdLst/>
              <a:ahLst/>
              <a:cxnLst/>
              <a:rect r="r" b="b" t="t" l="l"/>
              <a:pathLst>
                <a:path h="27921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D3D3D3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205590"/>
            <a:ext cx="15947819" cy="4848638"/>
            <a:chOff x="0" y="0"/>
            <a:chExt cx="4200249" cy="12770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0249" cy="1277008"/>
            </a:xfrm>
            <a:custGeom>
              <a:avLst/>
              <a:gdLst/>
              <a:ahLst/>
              <a:cxnLst/>
              <a:rect r="r" b="b" t="t" l="l"/>
              <a:pathLst>
                <a:path h="1277008" w="4200249">
                  <a:moveTo>
                    <a:pt x="0" y="0"/>
                  </a:moveTo>
                  <a:lnTo>
                    <a:pt x="4200249" y="0"/>
                  </a:lnTo>
                  <a:lnTo>
                    <a:pt x="4200249" y="1277008"/>
                  </a:lnTo>
                  <a:lnTo>
                    <a:pt x="0" y="1277008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00249" cy="131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1717" y="3611023"/>
            <a:ext cx="15621784" cy="444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Demonstrated that NLP can effectively automate review sentiment analysis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approach is scalable to other platforms like Yelp or TripAdvisor</a:t>
            </a:r>
          </a:p>
          <a:p>
            <a:pPr algn="l" marL="811976" indent="-405988" lvl="1">
              <a:lnSpc>
                <a:spcPts val="5077"/>
              </a:lnSpc>
              <a:buFont typeface="Arial"/>
              <a:buChar char="•"/>
            </a:pPr>
            <a:r>
              <a:rPr lang="en-US" sz="3760" spc="2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Future work: Improve balance in data and optimize cluster tuning</a:t>
            </a:r>
          </a:p>
          <a:p>
            <a:pPr algn="l">
              <a:lnSpc>
                <a:spcPts val="5077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795376"/>
            <a:ext cx="11923966" cy="156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DAGkkULHRQI</dc:identifier>
  <dcterms:modified xsi:type="dcterms:W3CDTF">2011-08-01T06:04:30Z</dcterms:modified>
  <cp:revision>1</cp:revision>
  <dc:title>Blue Minimalist Project Presentation</dc:title>
</cp:coreProperties>
</file>